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DCS 에서 나온 태그 데이터를 RTDB 가 보관하고, ENGRA 가 세 단계로 처리한다. 엔진이 통계로 알람 전 징후를 걸러내고, AI 가 그것을 인수인계 문장으로 쓰며 중요도와 과거 사례 적합성을 판정한다. 사람이 확인·승인하면 확정 일지 DB 에 쌓이고, 그 일지가 다음 근무 초안을 쓸 때 다시 끌려 들어온다.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 처리 구조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데이터가 들어와 인수인계서가 되기까지 — 개념 정리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34840" y="1783080"/>
            <a:ext cx="7178040" cy="2331720"/>
          </a:xfrm>
          <a:prstGeom prst="roundRect">
            <a:avLst>
              <a:gd name="adj" fmla="val 3137"/>
            </a:avLst>
          </a:prstGeom>
          <a:solidFill>
            <a:srgbClr val="F7FAFF"/>
          </a:solidFill>
          <a:ln w="22225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53712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CE6F5"/>
          </a:solidFill>
          <a:ln w="19050">
            <a:solidFill>
              <a:srgbClr val="4472C4"/>
            </a:solidFill>
            <a:prstDash val="solid"/>
          </a:ln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78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825496"/>
            <a:ext cx="14538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계측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864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53점 · 2초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2944368"/>
            <a:ext cx="576072" cy="0"/>
          </a:xfrm>
          <a:prstGeom prst="line">
            <a:avLst/>
          </a:prstGeom>
          <a:noFill/>
          <a:ln w="285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24912" y="23317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CE6F5"/>
          </a:solidFill>
          <a:ln w="19050">
            <a:solidFill>
              <a:srgbClr val="4472C4"/>
            </a:solidFill>
            <a:prstDash val="solid"/>
          </a:ln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24912" y="2478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2825496"/>
            <a:ext cx="14538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× 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864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12시간 보관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2944368"/>
            <a:ext cx="411480" cy="0"/>
          </a:xfrm>
          <a:prstGeom prst="line">
            <a:avLst/>
          </a:prstGeom>
          <a:noFill/>
          <a:ln w="285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36592" y="2331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4472C4"/>
          </a:solidFill>
          <a:ln/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2478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9744" y="2825496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필터링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 전 징후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8272" y="2944368"/>
            <a:ext cx="438912" cy="0"/>
          </a:xfrm>
          <a:prstGeom prst="line">
            <a:avLst/>
          </a:prstGeom>
          <a:noFill/>
          <a:ln w="285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87184" y="23317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ED7D31"/>
          </a:solidFill>
          <a:ln/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87184" y="2478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0336" y="2825496"/>
            <a:ext cx="1865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작성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중요도 · 사례 판정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98864" y="2944368"/>
            <a:ext cx="438912" cy="0"/>
          </a:xfrm>
          <a:prstGeom prst="line">
            <a:avLst/>
          </a:prstGeom>
          <a:noFill/>
          <a:ln w="285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37776" y="233172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2F5597"/>
          </a:solidFill>
          <a:ln/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37776" y="24780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인수인계서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10928" y="2825496"/>
            <a:ext cx="17282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확인·승인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4800600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solid"/>
          </a:ln>
          <a:effectLst>
            <a:outerShdw sx="100000" sy="100000" kx="0" ky="0" algn="bl" rotWithShape="0" blurRad="63500" dist="12700" dir="5400000">
              <a:srgbClr val="A8B4C4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49469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일지 DB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22592" y="529437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승인된 일지가 쌓인다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570464" y="3566160"/>
            <a:ext cx="0" cy="178308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64040" y="5349240"/>
            <a:ext cx="1106424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1041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승인하면 쌓인다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02168" y="3566160"/>
            <a:ext cx="0" cy="1234440"/>
          </a:xfrm>
          <a:prstGeom prst="line">
            <a:avLst/>
          </a:prstGeom>
          <a:noFill/>
          <a:ln w="28575">
            <a:solidFill>
              <a:srgbClr val="ED7D31"/>
            </a:solidFill>
            <a:prstDash val="dash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5074920" y="39136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조치를 끌어와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초안에 개입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이 되먹임이다</a:t>
            </a:r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오늘 사람이 남긴 판단이 내일 초안의 재료가 된다. 근무가 쌓일수록 초안이 그 공장을 닮아 간다.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2026-08-29T14:30:56Z</dcterms:created>
  <dcterms:modified xsi:type="dcterms:W3CDTF">2026-08-29T14:30:56Z</dcterms:modified>
</cp:coreProperties>
</file>